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02C5B6-7D29-4529-9A71-F55193B3F2DA}" v="221" dt="2026-08-04T05:14:34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E7FD3-F53C-41B0-B2F0-78CAC07EE9C9}" type="datetimeFigureOut">
              <a:t>03/08/2026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EE3E8-2FC3-456F-962D-7FF2BBC79DB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949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simulates how an emergency unit decides who gets treated first and which resource goes to them. It's built entirely in C++ around six data structures working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tension the whole project is built on. Neither pure FIFO nor pure priority is correct on its own. Our ordering rule resolves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about scope matters — this is a teaching simulator, not a medical-grade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both interfaces call identical service methods, they cannot drift apart — there is zero allocator logic duplicated in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examiner along one emergency from arrival to assignment. This single path touches five of our six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 not that we used six structures — it's that each one makes a specific operation cheap that the others make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the most likely viva questions. Know why each alternative was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lines that tie every structure together — this is the heart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scenario deliberately seeds more high-severity cases than compatible resources, so the queue and retry path run every single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takeaway line, then invite questions. Naming your own limitations first usually pre-empts half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34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RESOURCE ALLOCATOR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triage simulator built on six data structures working together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072003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 ·  Hash Table  ·  Queue  ·  Linked List  ·  BST  ·  Graph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i="1" dirty="0">
              <a:solidFill>
                <a:srgbClr val="8892C4"/>
              </a:solidFill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E8D46-4FB3-CFB0-A2A6-DB0A2099C6F7}"/>
              </a:ext>
            </a:extLst>
          </p:cNvPr>
          <p:cNvSpPr txBox="1"/>
          <p:nvPr/>
        </p:nvSpPr>
        <p:spPr>
          <a:xfrm>
            <a:off x="840054" y="4844316"/>
            <a:ext cx="712646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chemeClr val="bg1"/>
                </a:solidFill>
                <a:ea typeface="Calibri"/>
                <a:cs typeface="Calibri"/>
              </a:rPr>
              <a:t>Md. Najmul Hasan Shihab ID: C223106</a:t>
            </a:r>
            <a:endParaRPr lang="en-GB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GB" dirty="0">
                <a:solidFill>
                  <a:schemeClr val="bg1"/>
                </a:solidFill>
                <a:ea typeface="Calibri"/>
                <a:cs typeface="Calibri"/>
              </a:rPr>
              <a:t>Miskatul Islam ID: C223082</a:t>
            </a:r>
          </a:p>
          <a:p>
            <a:r>
              <a:rPr lang="en-GB">
                <a:solidFill>
                  <a:schemeClr val="bg1"/>
                </a:solidFill>
                <a:ea typeface="Calibri"/>
                <a:cs typeface="Calibri"/>
              </a:rPr>
              <a:t>Habibul Hasan Showkat ID: C223087R</a:t>
            </a:r>
          </a:p>
          <a:p>
            <a:endParaRPr lang="en-GB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GB">
                <a:solidFill>
                  <a:schemeClr val="bg1"/>
                </a:solidFill>
                <a:ea typeface="Calibri"/>
                <a:cs typeface="Calibri"/>
              </a:rPr>
              <a:t>Course Instructor: Tanvir Mahtab Zihan, Lecturer, Dept. Of CSE, IIUC</a:t>
            </a:r>
            <a:endParaRPr lang="en-GB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means decisions made under time pressure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468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by Arrival Order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patients wait behind the queue — lives lost.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214884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2468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31546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by Severity Only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mild cases starve forever, never reaching the front.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0" y="214884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24688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A557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46720" y="31546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vs. Supply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often exceeds supply — what happens to the overflow?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Resource Allocator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481328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173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the most urgent case without starving equal-severity older cases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139696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7568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and reserve resources in near-constant time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798064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3405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and automatically retry unserved cases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345643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39242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patient status and suggest travel routes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05079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behind two interfaces: console + browser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818120" y="1417320"/>
            <a:ext cx="3749040" cy="42062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28529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34198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Multi-facility coordination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398678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modelling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simulator, not a medical-grade system.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Resource Allocator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 layer owns all state and logic — no interface touches a data structure directly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92024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Web 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214884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17520" y="1828800"/>
            <a:ext cx="2377440" cy="640080"/>
          </a:xfrm>
          <a:prstGeom prst="roundRect">
            <a:avLst>
              <a:gd name="adj" fmla="val 10000"/>
            </a:avLst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AllocatorService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214884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35040" y="14630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463040"/>
            <a:ext cx="2148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MaxHeap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4630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463040"/>
            <a:ext cx="2148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1488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2148840"/>
            <a:ext cx="2148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WaitingQueue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21488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148840"/>
            <a:ext cx="2148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PatientRegistry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8346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834640"/>
            <a:ext cx="2148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ResourceIndexTree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321040" y="2834640"/>
            <a:ext cx="2148840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834640"/>
            <a:ext cx="214884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LocationGraph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60520"/>
          <a:ext cx="10881360" cy="19659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AllocatorService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state, coordinates every 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src/main.cpp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src/web_main.cpp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backend, serves UI + 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ui/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Resource Allocator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emergency, from arrival to assignment — this path touches five of six structures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14600" y="2537460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43200" y="21488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Heap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2537460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37760" y="214884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Highest Priority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03720" y="2537460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0" y="1943100"/>
            <a:ext cx="2103120" cy="1188720"/>
          </a:xfrm>
          <a:prstGeom prst="diamond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943100"/>
            <a:ext cx="21031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Free?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3131820"/>
            <a:ext cx="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497580"/>
            <a:ext cx="1600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3497580"/>
            <a:ext cx="1600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349758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84080" y="3497580"/>
            <a:ext cx="0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126480" y="35433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0" y="35433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38176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817620"/>
            <a:ext cx="2743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Waiting Queue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WAITING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412480" y="38176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3817620"/>
            <a:ext cx="27432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resource,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allocation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08960" y="5006340"/>
            <a:ext cx="59436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0" y="5006340"/>
            <a:ext cx="59436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→ update patient registry, compute route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Resource Allocator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Structures, and Why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 is the justification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75104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751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06040" y="1874520"/>
            <a:ext cx="7040880" cy="6035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selection of the most urgent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38360" y="187452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 vs O(n)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688336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883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06040" y="2587752"/>
            <a:ext cx="7040880" cy="6035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lookup / reserve / release by 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738360" y="25877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00984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401568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0156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606040" y="3300984"/>
            <a:ext cx="7040880" cy="6035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overflow handling, longest waiter retried first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38360" y="3300984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14216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114800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1148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606040" y="4014216"/>
            <a:ext cx="7040880" cy="6035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patient audit trail, stable references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38360" y="4014216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727448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4828032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828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606040" y="4727448"/>
            <a:ext cx="7040880" cy="6035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view + range queries a hash table can't give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38360" y="4727448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440680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5541264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5412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606040" y="5440680"/>
            <a:ext cx="7040880" cy="6035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route from patient to compatible resource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38360" y="544068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Resource Allocator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8988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rule — higher severity wins; ties broken by earlier arrival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&lt; e2  iff  sev(e1) &lt; sev(e2)  OR  (sev(e1) == sev(e2)  AND  arrival(e1) &gt; arrival(e2))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95351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Indexed Heap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 → position map makes severity updates O(log n) instead of a full rebuild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6974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95351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8803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Adjacency List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a matrix — the road network is sparse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78231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709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Retry Pass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queue drained in one pass — an unsatisfiable case can't loop forever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45262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478231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4709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Table + BST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37960" y="51663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for constant lookup and an ordered listing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Resource Allocator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Algorithm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lines that tie every structure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572000"/>
          </a:xfrm>
          <a:prstGeom prst="roundRect">
            <a:avLst>
              <a:gd name="adj" fmla="val 1600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dispatchNext():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heap.empty(): return NO_PENDING_CASES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  &lt;- heap.extractMax()                     // O(log n)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  &lt;- resourceTable.findAvailable(e.type)    // O(1) expected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 == null: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waitingQueue.enqueue(e)                  // O(1)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registry.setStatus(e.patientId, WAITING)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QUEUED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resourceTable.reserve(r.id, e.id)             // O(1) expected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registry.setStatus(e.patientId, ASSIGNED)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history.append(e.id, r.id, currentTime)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route &lt;- locationGraph.shortestPath(e.loc, r.loc)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ASSIGNED(r, route)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Resource Allocator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&amp; Results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6675120" cy="306324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/ dispatch emergency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O(log 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severity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O(log n)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lookup, reserve, release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 expected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enqueue / dequeue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resource listing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O(m)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6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1B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O((V+E) log V)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4348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Space: O(n + m + p + V + E)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680960" y="1234440"/>
            <a:ext cx="3840480" cy="2194560"/>
          </a:xfrm>
          <a:prstGeom prst="roundRect">
            <a:avLst>
              <a:gd name="adj" fmla="val 3333"/>
            </a:avLst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4630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680960" y="2423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cases pass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 · tie-breaking · severity update · overflow · retry · unreachable route · empty heap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680960" y="365760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</p:spPr>
      </p:sp>
      <p:sp>
        <p:nvSpPr>
          <p:cNvPr id="3" name="Text 7"/>
          <p:cNvSpPr/>
          <p:nvPr/>
        </p:nvSpPr>
        <p:spPr>
          <a:xfrm>
            <a:off x="7955280" y="38404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 seeds more high-severity cases than compatible resources, so the queue and retry path run every time.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Resource Allocator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Future Work &amp; 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only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343400" y="1700784"/>
            <a:ext cx="36576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4846320" y="14173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 database persistence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19842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patient lookup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267712"/>
            <a:ext cx="36576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846320" y="1984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hash index on patient ID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55117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 BST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2834640"/>
            <a:ext cx="36576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46320" y="2551176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AVL or red-black tree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311810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edge weights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43400" y="3401568"/>
            <a:ext cx="36576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846320" y="311810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Traffic-aware routing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368503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43400" y="3968496"/>
            <a:ext cx="36576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846320" y="368503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severity with waiting time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6394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5720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of a data structure lies in the operation it makes cheap.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Resource Allocator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18</cp:revision>
  <dcterms:created xsi:type="dcterms:W3CDTF">2026-08-04T01:27:08Z</dcterms:created>
  <dcterms:modified xsi:type="dcterms:W3CDTF">2026-08-04T05:15:34Z</dcterms:modified>
</cp:coreProperties>
</file>